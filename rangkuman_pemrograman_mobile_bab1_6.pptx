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RANGKUMAN MATERI PEMROGRAMAN MOBILE ANDROID (JAVA)</a:t>
            </a:r>
          </a:p>
          <a:p>
            <a:pPr>
              <a:spcAft>
                <a:spcPts val="3600"/>
              </a:spcAft>
              <a:defRPr sz="2000">
                <a:solidFill>
                  <a:srgbClr val="0D9488"/>
                </a:solidFill>
              </a:defRPr>
            </a:pPr>
            <a:r>
              <a:t>Modul Bab 1 Sampai Bab 6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Oleh: ANGELICA STEFANNY DAMANIK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Pengenalan Pemrograman Mobile Android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Arsitektur &amp; Konsep Dasar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Android merupakan platform berbasis Linux open source untuk perangkat seluler.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Fitur utama meliputi Virtual Keyboard, Konektivitas lengkap, dan Dukungan Media.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Arsitektur Platform: Linux Kernel, Hardware Abstraction Layer (HAL), Android Runtime (ART), Native C/C++ Libraries, Java API Framework, dan System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Lingkungan Pengembangan &amp; Project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Android Studio &amp; SDK: Tool resmi pengembangan aplikasi Android.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Gradle Build: Subsistem otomatisasi build modern (Project, Module, Settings).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Persyaratan Sistem &amp; Emulator (AVD): Menjalankan dan menguji aplikasi di lingkungan virtual.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Struktur Project: Manifest, Java Source, Res (Layout, Values, Drawable), Gradle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Komponen Dasar Aplikasi (Activity, Intent, Fragment)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Activity &amp; Fragment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Activity: Komponen utama antarmuka pengguna (UI).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Siklus Hidup Activity: onCreate(), onStart(), onResume(), onPause(), onStop(), onDestroy(), dan onRestart().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Fragment: Komponen UI modular di dalam Activity yang memiliki siklus hidup sendiri.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Intent &amp; Komunikasi Data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Explicit Intent: Memanggil komponen spesifik/pasti dalam aplikasi.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Implicit Intent: Meminta sistem mencari komponen yang cocok untuk menangani tindakan tertentu.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Pengiriman Data: Menggunakan Intent Extra, Bundle, dan Parcelable untuk mentransfer data antar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Antarmuka Pengguna &amp; Pengalaman Pengguna (UI/UX)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Elemen Desain UI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Layout &amp; View: View (Button, TextView, EditText) dan ViewGroup (LinearLayout, ConstraintLayout).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Pesan Singkat: Toast digunakan untuk menampilkan pesan pop-up singkat ke pengguna.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Interaksi Pengguna: Menggunakan Input Controls (SeekBar, CheckBox, RadioButton, Switch) serta Dialog &amp; Pickers.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RecyclerView &amp; Aset Vektor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RecyclerView: Komponen efisien untuk menampilkan data daftar berukuran besar.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Elemen RecyclerView: LayoutManager, Adapter, ViewHolder, dan Model Data.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Aset Vektor: Menggunakan Vector Asset Studio untuk mengelola icon scalable berkualitas tinggi.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Background Task &amp; Notifikasi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Penjadwalan Tugas Latar Belakang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AlarmManager: Mengatur tugas yang harus dijalankan pada waktu tertentu di masa mendatang.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JobScheduler: Penjadwalan tugas latar belakang secara efisien berdasarkan kondisi sistem (seperti koneksi jaringan atau pengisian daya).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Tujuan Utama: Meminimalkan konsumsi resource dan menghemat penggunaan daya baterai.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Sistem Notifikasi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Pesan Notifikasi: Menampilkan pesan di luar UI utama aplikasi.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Notification Channel: Wajib digunakan pada Android 8.0+ untuk mengelompokkan notifikasi.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NotificationCompat.Builder: Class pembantu untuk mengatur judul, teks, icon, dan prioritas notifikasi.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Penyimpanan Data Internal &amp; Eksternal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Internal, External &amp; SharedPreferences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Internal Storage: Penyimpanan file private yang aman dan hanya dapat diakses oleh aplikasi pemilik.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External Storage: Penyimpanan publik untuk file yang dapat diakses bersama atau dibagikan.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SharedPreferences: Menyimpan data sederhana berformat key-value (seperti pengaturan/preferensi pengguna).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SQLite Database &amp; Operasi CRUD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Database SQLite: Database relasional internal terintegrasi di Android.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SQLiteOpenHelper: Class pembantu untuk mengelola pembuatan dan pembaruan versi database.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Operasi CRUD: Mengimplementasikan Create, Read, Update, dan Delete untuk pengolahan data lokal.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BAB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Penyimpanan Data Eksternal Firebase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Firebase Realtime Database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Pengenalan Firebase: Platform BaaS (Backend-as-a-Service) dari Google untuk pengembangan aplikasi mobile.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Firebase Realtime Database: Database NoSQL berbasis awan (cloud) yang menyimpan dan menyinkronkan data secara real-time.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Struktur Data JSON: Data disimpan dalam bentuk pohon objek JSON (JSON Tree).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Integrasi &amp; Operasi Data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Konfigurasi Project: Mendaftarkan paket aplikasi dan menambahkan file `google-services.json`.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Pengaturan Keamanan: Mengonfigurasi Security Rules untuk hak akses pembacaan dan penulisan.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Integrasi Java: Menggunakan `FirebaseDatabase` dan `DatabaseReference` untuk operasi data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